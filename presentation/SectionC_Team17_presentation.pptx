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question in one sentence: the paper showed 3D FoJ denoising CT, cryo-ET, and point clouds — we ask WHEN it works, not whether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Mechanism in three steps: independent patches, each patch becomes a junction of constant wedges, overlaps averaged. Emphasize training-free — that's the appeal vs. learned denoisers.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domain design: one domain built like the prior assumes (Bentheim), two that violate it in different ways (smooth MRI, sub-patch binary). This is what makes the results a study of conditions, not just a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honest finding: the released defaults never activate the inter-patch consistency terms, so the estimator is just independent wedge fits + averaging. That simple mechanism is what makes the three requirements derivable — and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new domains we checked the released code reproduces the paper's headline ablation. It does — same monotone trend, same best patch size. Absolute offset explained by M=2 vs M=3, which the paper itself acknowledges. This validates using the released implementation for the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positive result. Classical filters win at 15-30% noise; once input PSNR drops below ~11 dB they either under-smooth or blur interfaces, while FoJ's regional means kill variance and keep planes intact. Boundary-F1 0.85-0.88 vs 0.54 for TV.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mode one: the wedge prior is piecewise-constant, MRI tissue is smooth — so bias dominates regardless of noise. The gap narrows with noise (variance reduction helps) but never closes. Plug-and-play reconstruction confirms it's the prior, not the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mode two, the most dramatic: geometry finer than the patch can't be partitioned by three planes, so wedge means degenerate to the global mean — output nearly flat. Even perfect structure type (binary = piecewise-constant) fails when it's below patch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synthesis slide — the plot shows the same crossover on every domain: margin flips positive around ~11 dB input, but ONLY where structure is expressible. Structure decides whether FoJ can win; noise decides when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framing: FoJ isn't better or worse overall — it has knowable conditions. The three checks let a practitioner predict the outcome before running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Determines the Effectiveness of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Field of Junctions?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Volumetric Denoising Applications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4348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TEAM 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8920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Samudraneel Sarkar · Sakshi Patil · Nikhil Kumar · Manpreet Singh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MNNIT Allahabad   ·   co-authors contribute equally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630936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github.com/samudraneel05/SectionC_Team17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Field of Junctions, in one slide</a:t>
            </a:r>
            <a:endParaRPr lang="en-US" sz="3000" dirty="0"/>
          </a:p>
        </p:txBody>
      </p:sp>
      <p:pic>
        <p:nvPicPr>
          <p:cNvPr id="4" name="Image 0" descr="/Users/samudraneelsarkar/Downloads/GitHub/IPCV Project/report/figures/ext/fig_junction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417320"/>
            <a:ext cx="10058400" cy="15737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schematic from the original paper (Moeini et al., ECCV 2026)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375818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network, no dataset, no training. The model is fit directly on the single noisy input volume.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15968" y="36118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17136" y="375818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Wedges per patch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R³ cubic patch is split by planes through one shared vertex into wedge regions; each region takes the mean of the voxels it covers.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83296" y="361188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464" y="375818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averaging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tile the volume on a grid. Each voxel is rendered by several patches and the outputs are averaged into the final volume.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Moeini, Kim, Romberg &amp; Fridovich-Keil — released implementation used as-is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demonstrated — and what we test</a:t>
            </a:r>
            <a:endParaRPr lang="en-US" sz="3000" dirty="0"/>
          </a:p>
        </p:txBody>
      </p:sp>
      <p:pic>
        <p:nvPicPr>
          <p:cNvPr id="4" name="Image 0" descr="/Users/samudraneelsarkar/Downloads/GitHub/IPCV Project/report/figures/ext/cvpr_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21537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657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teaser: low-dose CT, cryo-ET, point clouds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1605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sparse-view CT, cryo-electron tomography, and point-cloud denoising.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does the wedge prior transfer to volumes with different structure?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the released implementation, unchanged, to three new domains.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0" y="141732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E9F4EF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56362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Bentheim sandstone micro-CT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 and pores separated by sharp interfaces, 10–35 voxels across — exactly the shape the wedge prior assumes.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3008376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2700">
            <a:solidFill>
              <a:srgbClr val="D9A0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01968" y="3154680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BrainWeb T1 MRI phantom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tissue has smooth gradients, not plateaus — tests the piecewise-flat assumption.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0" y="4599432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DF0EA"/>
          </a:solidFill>
          <a:ln w="12700">
            <a:solidFill>
              <a:srgbClr val="D9A0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01968" y="4745736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porous media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pack + Berea scan with ~2-voxel features, smaller than any patch — tests the scale assumption.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effective estimator — and three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50383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nominal model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coupled field of junctions: boundary- and color-consistency terms tie overlapping patches together, weighted by λ ramps over refinement iterations.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440680" cy="1508760"/>
          </a:xfrm>
          <a:prstGeom prst="roundRect">
            <a:avLst>
              <a:gd name="adj" fmla="val 5455"/>
            </a:avLst>
          </a:prstGeom>
          <a:solidFill>
            <a:srgbClr val="FBF3E4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9088" y="1517904"/>
            <a:ext cx="50383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at the released defaults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N_ref = 1 the consistency weights never engage, and the single refinement pass renders from pre-update parameters. Effectively: an independent wedge fit per patch + overlap averaging.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requirements for FoJ to help — all follow from “replace each wedge by its mean”: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80390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Unbiased input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intensities are voxel means. A systematic offset in the input is reproduced, not removed — e.g. clamping a CGLS reconstruction passes straight through.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5968" y="36576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380390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Structure ≥ patch scale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Wedges are piecewise-constant. Geometry finer than the patch, or smooth gradients, cannot be expressed — the fit collapses toward the mean.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3296" y="3657600"/>
            <a:ext cx="3538728" cy="1965960"/>
          </a:xfrm>
          <a:prstGeom prst="roundRect">
            <a:avLst>
              <a:gd name="adj" fmla="val 4186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3803904"/>
            <a:ext cx="31363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Noise above crossover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model is biased. It wins only when the noise it averages away costs more than the bias it introduces.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— reproduce the published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Sparse-view CT ablation: engine volume, 20 cone-beam views, P50 Poisson noise.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rebuilt end-to-end: R²-Gaussian benchmark + TIGRE projector + 60 CGLS iterations, then the released FoJ code.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 reproduces exactly: quality rises monotonically with patch size R, best at R = 12, with shrinking marginal gains.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PSNR sits +1.2 to +3.4 dB above reported — consistent with the released M = 2 (vs. M = 3 in the paper) and unspecified reconstruction details.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behaves as documented — so the domain study uses it as-is.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Engine-volume CT ablation — denoised PSNR vs. patch size 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09360" y="45262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 → +3.4 dB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309360" y="5349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above reported, gap narrows as R grows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COMPATIBLE STRUCTURE + HIGH NOISE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Bentheim micro-CT — where FoJ wins</a:t>
            </a:r>
            <a:endParaRPr lang="en-US" sz="3000" dirty="0"/>
          </a:p>
        </p:txBody>
      </p:sp>
      <p:pic>
        <p:nvPicPr>
          <p:cNvPr id="4" name="Image 0" descr="/Users/samudraneelsarkar/Downloads/GitHub/IPCV Project/report/figures/fig_sl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325880"/>
            <a:ext cx="100584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00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55% noise — FoJ keeps grain–pore interfaces sharp while Gaussian, median, and TV blur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539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73736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classical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669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PSNR (dB), 192³ crop of Bentheim sandstone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00800" y="3657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+3.24 dB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6400800" y="44805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over the best classical filter at σ = 55%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400800" y="5074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11 dB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6400800" y="5897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input-PSNR crossover — below this, the wedge prior pays off; above it, classical filters win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VIOLATES PIECEWISE FLATNESS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BrainWeb MRI — where FoJ fails: smooth texture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BrainWeb T1 phantom (181×217×181), Rician noise σ = 3–13%.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gradients are smooth, so constant wedges quantize them into steps — model bias at every noise level.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trails the 3³ median filter at all five levels; larger patches only make it worse.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story in reconstruction: as a plug-and-play denoiser, FoJ-PnP reaches 27.99 dB vs. 30.39 dB for TV-PnP at 4× undersampling.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4754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FoJ R=6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PSNR (dB), Rician noise — gap narrows but never closes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4944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−5.13 dB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949440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R=6 vs. median filter at σ = 3% — below the noisy input itself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94944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levels where FoJ beats any classical baseline on MRI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VIOLATES STRUCTURE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porous media — where FoJ fails: sub-patch features</a:t>
            </a:r>
            <a:endParaRPr lang="en-US" sz="3000" dirty="0"/>
          </a:p>
        </p:txBody>
      </p:sp>
      <p:pic>
        <p:nvPicPr>
          <p:cNvPr id="4" name="Image 0" descr="/Users/samudraneelsarkar/Downloads/GitHub/IPCV Project/report/figures/fig_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1463040"/>
            <a:ext cx="8229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Berea, σ = 15%: binary ground truth (left) → FoJ output (right) collapses toward the volume mean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470916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4855464"/>
            <a:ext cx="31363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→ 7.1 dB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scores below the noisy input — denoising destroys the signal it should keep.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15968" y="470916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17136" y="4855464"/>
            <a:ext cx="31363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0.49 → 0.09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intensity spread shrinks 5×: the volume comes out nearly flat.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83296" y="470916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EEF3F7"/>
          </a:solidFill>
          <a:ln w="12700">
            <a:solidFill>
              <a:srgbClr val="D5DE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464" y="4855464"/>
            <a:ext cx="31363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~2 voxels; three planes through one vertex can't isolate dozens of pores in an R³ patch, so every wedge mean ≈ global mean.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mechanism explains all three outcomes</a:t>
            </a:r>
            <a:endParaRPr lang="en-US" sz="3000" dirty="0"/>
          </a:p>
        </p:txBody>
      </p:sp>
      <p:pic>
        <p:nvPicPr>
          <p:cNvPr id="4" name="Image 0" descr="/Users/samudraneelsarkar/Downloads/GitHub/IPCV Project/report/figures/fig_doma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00200"/>
            <a:ext cx="5074920" cy="3137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4800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margin (PSNR − best classical) vs. input PSNR across domains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FoJ helps only when all three hold: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0116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input (means reproduce offsets),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piecewise-flat structure at ≥ patch scale,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high enough to pay for the wedge bias.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Bentheim micro-CT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piecewise-flat grains &gt; patch + input &lt; 11 dB → best method (+3.2 dB)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BrainWeb MRI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smooth gradients violate flatness → loses at every noise level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C4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Binary porous media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~2-voxel features &lt; patch → collapses to the mean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· Section C Team 17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FoJ is a structural prior, not a universal denoiser.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51460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wins </a:t>
            </a:r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structure is piecewise-flat at patch scale and noise is severe — Bentheim micro-CT at 8.8 dB input: +3.2 dB over every classical filter.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loses </a:t>
            </a:r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gradients are smooth (MRI) or features are finer than a patch (binary media) — classical filters are better and cheaper.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4434840"/>
            <a:ext cx="9448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adopting it </a:t>
            </a:r>
            <a:pPr indent="0" marL="0">
              <a:buNone/>
            </a:pPr>
            <a:r>
              <a:rPr lang="en-US" sz="15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three things: is the input unbiased, is the structure expressible at patch scale, and is the noise above the crossover.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6235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github.com/samudraneel05/SectionC_Team17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2026-10-29T10:54:52Z</dcterms:created>
  <dcterms:modified xsi:type="dcterms:W3CDTF">2026-10-29T10:54:52Z</dcterms:modified>
</cp:coreProperties>
</file>